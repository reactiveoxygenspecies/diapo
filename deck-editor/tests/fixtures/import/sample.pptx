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p>
            <a:r>
              <a:rPr lang="en-US"/>
              <a:t>Say something about the table.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 name="Title Slide"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p>
            <a:endParaRPr/>
          </a:p>
        </p:txBody>
      </p:sp>
      <p:sp>
        <p:nvSpPr>
          <p:cNvPr id="1" name="Subtitle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p>
            <a:endParaRPr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endParaRPr/>
          </a:p>
        </p:txBody>
      </p:sp>
      <p:sp>
        <p:nvSpPr>
          <p:cNvPr id="1" name="Body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endParaRPr/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 anchor="b"/>
          <a:p>
            <a:pPr algn="ctr"/>
            <a:r>
              <a:rPr lang="en-US" sz="6000" b="1"/>
              <a:t>PowerPoint import</a:t>
            </a:r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p>
            <a:pPr algn="ctr">
              <a:buNone/>
            </a:pPr>
            <a:r>
              <a:rPr lang="en-US" sz="2400"/>
              <a:t>A subtitle with </a:t>
            </a:r>
            <a:r>
              <a:rPr lang="en-US" sz="2400" i="1">
                <a:solidFill>
                  <a:srgbClr val="E8503F"/>
                </a:solidFill>
              </a:rPr>
              <a:t>colour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0" y="4572000"/>
            <a:ext cx="1524000" cy="1524000"/>
          </a:xfrm>
          <a:prstGeom prst="rect"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/>
              <a:t>Bullets and a table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/>
          <a:p>
            <a:r>
              <a:rPr lang="en-US"/>
              <a:t>First point</a:t>
            </a:r>
          </a:p>
          <a:p>
            <a:pPr lvl="1"/>
            <a:r>
              <a:rPr lang="en-US"/>
              <a:t>Nested point</a:t>
            </a:r>
          </a:p>
          <a:p>
            <a:r>
              <a:rPr lang="en-US"/>
              <a:t>Second point</a:t>
            </a:r>
          </a:p>
          <a:p>
            <a:pPr>
              <a:buNone/>
            </a:pPr>
            <a:r>
              <a:rPr lang="en-US"/>
              <a:t>A plain closing line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6400000" y="1825625"/>
          <a:ext cx="4953600" cy="1000000"/>
        </p:xfrm>
        <a:graphic>
          <a:graphicData uri="http://schemas.openxmlformats.org/drawingml/2006/table">
            <a:tbl>
              <a:tblGrid>
                <a:gridCol w="2476800"/>
                <a:gridCol w="2476800"/>
              </a:tblGrid>
              <a:tr h="370840">
                <a:tc>
                  <a:txBody>
                    <a:bodyPr/>
                    <a:p>
                      <a:r>
                        <a:rPr lang="en-US"/>
                        <a:t>Name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Value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lang="en-US"/>
                        <a:t>alpha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6400000" y="3200000"/>
            <a:ext cx="1524000" cy="1524000"/>
          </a:xfrm>
          <a:prstGeom prst="ellipse"/>
          <a:solidFill>
            <a:srgbClr val="2F6FED"/>
          </a:solidFill>
        </p:spPr>
      </p:sp>
    </p:spTree>
  </p:cSld>
</p:sld>
</file>